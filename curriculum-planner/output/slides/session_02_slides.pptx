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Session 2: “Dashboard It &amp; Tell It”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SWBAT: Session 2 Contribution</a:t>
            </a:r>
          </a:p>
          <a:p>
            <a:pPr/>
            <a:r>
              <a:t>SWBAT: By the end of Session…</a:t>
            </a:r>
          </a:p>
          <a:p>
            <a:pPr/>
            <a:r>
              <a:t>SWBAT: Use VLOOKUP, INDEX-MATCH, and conditional…</a:t>
            </a:r>
          </a:p>
          <a:p>
            <a:pPr/>
            <a:r>
              <a:t>SWBAT: Build an interactive dashboard in…</a:t>
            </a:r>
          </a:p>
          <a:p>
            <a:pPr/>
            <a:r>
              <a:t>SWBAT: Tell a data story using…</a:t>
            </a:r>
          </a:p>
          <a:p>
            <a:pPr/>
            <a:r>
              <a:t>SWBAT: Write a 1-page data-driven memo…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Data Challenge (Retrieval)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15 min</a:t>
            </a:r>
          </a:p>
          <a:p>
            <a:r>
              <a:t>Format: Whole Class</a:t>
            </a:r>
          </a:p>
          <a:p>
            <a:pPr lvl="1"/>
            <a:r>
              <a:t>Delivery: Unfamiliar mini-dataset</a:t>
            </a:r>
          </a:p>
          <a:p>
            <a:pPr lvl="1"/>
            <a:r>
              <a:t>Build a pivot table + chart…</a:t>
            </a:r>
          </a:p>
          <a:p>
            <a:pPr lvl="1"/>
            <a:r>
              <a:t>No notes</a:t>
            </a:r>
          </a:p>
          <a:p>
            <a:pPr lvl="1"/>
            <a:r>
              <a:t>This is the hardest retrieval exercise…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Advanced Spreadsheet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35 min</a:t>
            </a:r>
          </a:p>
          <a:p>
            <a:r>
              <a:t>Format: Whole Class</a:t>
            </a:r>
          </a:p>
          <a:p>
            <a:pPr lvl="1"/>
            <a:r>
              <a:t>Format: Hands-on, follow-along</a:t>
            </a:r>
          </a:p>
          <a:p>
            <a:pPr lvl="1"/>
            <a:r>
              <a:t>Bloom’s: Apply Delivery: VLOOKUP, INDEX-MATCH, conditional…</a:t>
            </a:r>
          </a:p>
          <a:p>
            <a:pPr lvl="1"/>
            <a:r>
              <a:t>Each taught by answering a business…</a:t>
            </a:r>
          </a:p>
          <a:p>
            <a:pPr lvl="1"/>
            <a:r>
              <a:t>VLOOKUP is notoriously confusing—teach it slowly…</a:t>
            </a:r>
          </a:p>
          <a:p>
            <a:pPr lvl="1"/>
            <a:r>
              <a:t>INDEX-MATCH presented as the “upgrade” for…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Pacing: VLOOKUP (teach with diagram + follow along) =. INDEX-MATCH (teach as upgrade + practice) =. Conditional formatting =. Troubleshooting buffer =.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12 min</a:t>
            </a:r>
          </a:p>
          <a:p>
            <a:r>
              <a:t>Format: Guided Practice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From Spreadsheet to Dashboard  |✆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40 min</a:t>
            </a:r>
          </a:p>
          <a:p>
            <a:r>
              <a:t>Format: Whole Class</a:t>
            </a:r>
          </a:p>
          <a:p>
            <a:pPr lvl="1"/>
            <a:r>
              <a:t>Format: Instructor-led demo + guided follow-along</a:t>
            </a:r>
          </a:p>
          <a:p>
            <a:pPr lvl="1"/>
            <a:r>
              <a:t>Bloom’s: Apply Delivery: Part 1 (12…</a:t>
            </a:r>
          </a:p>
          <a:p>
            <a:pPr lvl="1"/>
            <a:r>
              <a:t>Everyone opens Looker Studio</a:t>
            </a:r>
          </a:p>
          <a:p>
            <a:pPr lvl="1"/>
            <a:r>
              <a:t>Tour the interface: data sources panel,…</a:t>
            </a:r>
          </a:p>
          <a:p>
            <a:pPr lvl="1"/>
            <a:r>
              <a:t>This is pure orientation—no building yet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Pacing: Interface orientation =. Guided build =. Save + verify =.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12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Break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15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Dashboard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25 min</a:t>
            </a:r>
          </a:p>
          <a:p>
            <a:r>
              <a:t>Format: Whole Class</a:t>
            </a:r>
          </a:p>
          <a:p>
            <a:pPr lvl="1"/>
            <a:r>
              <a:t>Format: Interactive lecture</a:t>
            </a:r>
          </a:p>
          <a:p>
            <a:pPr lvl="1"/>
            <a:r>
              <a:t>Bloom’s: Understand + Evaluate Delivery: The…</a:t>
            </a:r>
          </a:p>
          <a:p>
            <a:pPr lvl="1"/>
            <a:r>
              <a:t>Operational dashboards (daily monitoring) vs</a:t>
            </a:r>
          </a:p>
          <a:p>
            <a:pPr lvl="1"/>
            <a:r>
              <a:t>strategic dashboards (quarterly insight)</a:t>
            </a:r>
          </a:p>
          <a:p>
            <a:pPr lvl="1"/>
            <a:r>
              <a:t>Insert interaction at midpoint: students look…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Pacing: Design principles =. Examples (good vs. bad dashboards) =. Interaction: rewrite one headline on own dashboard =. Operational vs. strategic =. Transition =.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10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Build Your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40 min</a:t>
            </a:r>
          </a:p>
          <a:p>
            <a:r>
              <a:t>Format: Whole Class</a:t>
            </a:r>
          </a:p>
          <a:p>
            <a:pPr lvl="1"/>
            <a:r>
              <a:t>Format: Individual, hands-on</a:t>
            </a:r>
          </a:p>
          <a:p>
            <a:pPr lvl="1"/>
            <a:r>
              <a:t>Bloom’s: Create Delivery: Complete dashboard from…</a:t>
            </a:r>
          </a:p>
          <a:p>
            <a:pPr lvl="1"/>
            <a:r>
              <a:t>Minimum 4 visualizations, 1 filter, clear…</a:t>
            </a:r>
          </a:p>
          <a:p>
            <a:pPr lvl="1"/>
            <a:r>
              <a:t>Focus: clarity over complexity</a:t>
            </a:r>
          </a:p>
          <a:p>
            <a:pPr lvl="1"/>
            <a:r>
              <a:t>A simple dashboard answering a real…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Pacing: Build =. Save + prepare for gallery walk =.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35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Dashboard Gallery Walk + 5-Second Test  |✆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20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Pacing: Setup + explain rotation =. 5 stations × 3.= 17.. Transition to lunch = 0..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2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Lunch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60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Data Storytelling: The Narrative Arc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30 min</a:t>
            </a:r>
          </a:p>
          <a:p>
            <a:r>
              <a:t>Format: Whole Class</a:t>
            </a:r>
          </a:p>
          <a:p>
            <a:pPr lvl="1"/>
            <a:r>
              <a:t>Format: Interactive lecture + individual outlining</a:t>
            </a:r>
          </a:p>
          <a:p>
            <a:pPr lvl="1"/>
            <a:r>
              <a:t>Bloom’s: Analyze + Create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Check for Understanding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Technique: Think-Pair-Share</a:t>
            </a:r>
          </a:p>
          <a:p>
            <a:r>
              <a:t>Can you demonstrate: Session 2 Contribution?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&amp; Closing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Review key takeaways</a:t>
            </a:r>
          </a:p>
          <a:p>
            <a:pPr/>
            <a:r>
              <a:t>Complete exit ticket</a:t>
            </a:r>
          </a:p>
          <a:p>
            <a:pPr/>
            <a:r>
              <a:t>Preview next session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