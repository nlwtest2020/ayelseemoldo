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4: “Ship It &amp; Own It”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SWBAT: Session 4 Contribution</a:t>
            </a:r>
          </a:p>
          <a:p>
            <a:pPr/>
            <a:r>
              <a:t>SWBAT: By the end of Session…</a:t>
            </a:r>
          </a:p>
          <a:p>
            <a:pPr/>
            <a:r>
              <a:t>SWBAT: Present a complete data analysis…</a:t>
            </a:r>
          </a:p>
          <a:p>
            <a:pPr/>
            <a:r>
              <a:t>SWBAT: Defend methodology and conclusions under…</a:t>
            </a:r>
          </a:p>
          <a:p>
            <a:pPr/>
            <a:r>
              <a:t>SWBAT: Assemble a professional data portfolio…</a:t>
            </a:r>
          </a:p>
          <a:p>
            <a:pPr/>
            <a:r>
              <a:t>SWBAT: Articulate their data literacy growth…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 Challenge (Final)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Delivery: Final retrieval challenge. Full analysis: pivot table, chart, 3-sentence English brief in. Compare to Days 2 and 3. Growth should be visible.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10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Capstone Build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60 min</a:t>
            </a:r>
          </a:p>
          <a:p>
            <a:r>
              <a:t>Format: Whole Class</a:t>
            </a:r>
          </a:p>
          <a:p>
            <a:pPr lvl="1"/>
            <a:r>
              <a:t>Delivery: Protected build time</a:t>
            </a:r>
          </a:p>
          <a:p>
            <a:pPr lvl="1"/>
            <a:r>
              <a:t>Instructor rotates 1-on-1: analysis quality, dashboard…</a:t>
            </a:r>
          </a:p>
          <a:p>
            <a:pPr lvl="1"/>
            <a:r>
              <a:t>Triage students who are behind: help…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“Data for Your LinkedIn”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Delivery: How to position data literacy…</a:t>
            </a:r>
          </a:p>
          <a:p>
            <a:pPr lvl="1"/>
            <a:r>
              <a:t>Students rewrite LinkedIn summary to include…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Structured Peer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Delivery: Rubric separates 3 dimensions: analytical…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Final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Delivery: Incorporate feedback. Rehearse team presentation.max per team, timer enforced.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60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Portfolio Assembly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Before &amp; After Documentation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40 min</a:t>
            </a:r>
          </a:p>
          <a:p>
            <a:r>
              <a:t>Format: Whole Class</a:t>
            </a:r>
          </a:p>
          <a:p>
            <a:pPr lvl="1"/>
            <a:r>
              <a:t>Delivery: 300-word reflection in English: what…</a:t>
            </a:r>
          </a:p>
          <a:p>
            <a:pPr lvl="1"/>
            <a:r>
              <a:t>Compare Day 1 Data Brief (3…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Capstone Showcase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95 min</a:t>
            </a:r>
          </a:p>
          <a:p>
            <a:r>
              <a:t>Format: Whole Class</a:t>
            </a:r>
          </a:p>
          <a:p>
            <a:pPr lvl="1"/>
            <a:r>
              <a:t>Format: Team presentations + Q&amp;A to…</a:t>
            </a:r>
          </a:p>
          <a:p>
            <a:pPr lvl="1"/>
            <a:r>
              <a:t>Bloom’s: Create + Evaluate Delivery: Each…</a:t>
            </a:r>
          </a:p>
          <a:p>
            <a:pPr lvl="1"/>
            <a:r>
              <a:t>Invite real guests: team leads, finance…</a:t>
            </a:r>
          </a:p>
          <a:p>
            <a:pPr lvl="1"/>
            <a:r>
              <a:t>Real questions about methodology, conclusions, recommendations</a:t>
            </a:r>
          </a:p>
          <a:p>
            <a:pPr lvl="1"/>
            <a:r>
              <a:t>In English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“What’s Next”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  <a:p>
            <a:pPr lvl="1"/>
            <a:r>
              <a:t>Delivery: 3 commitments: one data question…</a:t>
            </a:r>
          </a:p>
          <a:p>
            <a:pPr lvl="1"/>
            <a:r>
              <a:t>Share with accountability partner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for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Technique: Think-Pair-Share</a:t>
            </a:r>
          </a:p>
          <a:p>
            <a:r>
              <a:t>Can you demonstrate: Session 4 Contribution?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key takeaways</a:t>
            </a:r>
          </a:p>
          <a:p>
            <a:pPr/>
            <a:r>
              <a:t>Complete exit ticket</a:t>
            </a:r>
          </a:p>
          <a:p>
            <a:pPr/>
            <a:r>
              <a:t>Preview next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