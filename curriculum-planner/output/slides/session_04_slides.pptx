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Session 4: “Ship It &amp; Own It”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SWBAT: Present a complete data analysis…</a:t>
            </a:r>
          </a:p>
          <a:p>
            <a:pPr/>
            <a:r>
              <a:t>SWBAT: Defend methodology and conclusions under…</a:t>
            </a:r>
          </a:p>
          <a:p>
            <a:pPr/>
            <a:r>
              <a:t>SWBAT: Assemble a professional data portfolio…</a:t>
            </a:r>
          </a:p>
          <a:p>
            <a:pPr/>
            <a:r>
              <a:t>SWBAT: Articulate their data literacy growth…</a:t>
            </a:r>
          </a:p>
          <a:p>
            <a:pPr/>
            <a:r>
              <a:t>SWBAT: Position data skills professionally on…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Data Challenge (Final)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Capstone Build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60 min</a:t>
            </a:r>
          </a:p>
          <a:p>
            <a:r>
              <a:t>Format: Whole Class</a:t>
            </a:r>
          </a:p>
          <a:p>
            <a:pPr lvl="1"/>
            <a:r>
              <a:t>Delivery: Protected build time</a:t>
            </a:r>
          </a:p>
          <a:p>
            <a:pPr lvl="1"/>
            <a:r>
              <a:t>Instructor rotates 1-on-1: analysis quality, dashboard…</a:t>
            </a:r>
          </a:p>
          <a:p>
            <a:pPr lvl="1"/>
            <a:r>
              <a:t>Triage students who are behind: help…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“Data for Your LinkedIn”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Delivery: How to position data literacy…</a:t>
            </a:r>
          </a:p>
          <a:p>
            <a:pPr lvl="1"/>
            <a:r>
              <a:t>Students rewrite LinkedIn summary to include…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Structured Peer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Delivery: Rubric separates 3 dimensions: analytical…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Lunch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60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Portfolio Assembly  |✆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Before &amp; After Documentation  |✆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40 min</a:t>
            </a:r>
          </a:p>
          <a:p>
            <a:r>
              <a:t>Format: Whole Class</a:t>
            </a:r>
          </a:p>
          <a:p>
            <a:pPr lvl="1"/>
            <a:r>
              <a:t>Delivery: 300-word reflection in English: what…</a:t>
            </a:r>
          </a:p>
          <a:p>
            <a:pPr lvl="1"/>
            <a:r>
              <a:t>Compare Day 1 Data Brief (3…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Capstone Showcase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95 min</a:t>
            </a:r>
          </a:p>
          <a:p>
            <a:r>
              <a:t>Format: Whole Class</a:t>
            </a:r>
          </a:p>
          <a:p>
            <a:pPr lvl="1"/>
            <a:r>
              <a:t>Format: Team presentations + Q&amp;A to…</a:t>
            </a:r>
          </a:p>
          <a:p>
            <a:pPr lvl="1"/>
            <a:r>
              <a:t>Bloom’s: Create + Evaluate Delivery: Each…</a:t>
            </a:r>
          </a:p>
          <a:p>
            <a:pPr lvl="1"/>
            <a:r>
              <a:t>Invite real guests: team leads, finance…</a:t>
            </a:r>
          </a:p>
          <a:p>
            <a:pPr lvl="1"/>
            <a:r>
              <a:t>Real questions about methodology, conclusions, recommendations</a:t>
            </a:r>
          </a:p>
          <a:p>
            <a:pPr lvl="1"/>
            <a:r>
              <a:t>In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“What’s Next”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  <a:p>
            <a:pPr lvl="1"/>
            <a:r>
              <a:t>Delivery: 3 commitments: one data question…</a:t>
            </a:r>
          </a:p>
          <a:p>
            <a:pPr lvl="1"/>
            <a:r>
              <a:t>Share with accountability partner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Final Self-Assessment +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20 min</a:t>
            </a:r>
          </a:p>
          <a:p>
            <a:r>
              <a:t>Format: Whole Class</a:t>
            </a:r>
          </a:p>
          <a:p>
            <a:pPr lvl="1"/>
            <a:r>
              <a:t>Delivery: Data confidence rating (1–5 across…</a:t>
            </a:r>
          </a:p>
          <a:p>
            <a:pPr lvl="1"/>
            <a:r>
              <a:t>Compare Day 1 → Day 4</a:t>
            </a:r>
          </a:p>
          <a:p>
            <a:pPr lvl="1"/>
            <a:r>
              <a:t>Retrospective: what changed about how you…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Certificates + Close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10 min</a:t>
            </a:r>
          </a:p>
          <a:p>
            <a:r>
              <a:t>Format: Whole Class</a:t>
            </a:r>
          </a:p>
          <a:p>
            <a:pPr lvl="1"/>
            <a:r>
              <a:t>Delivery: Certificates</a:t>
            </a:r>
          </a:p>
          <a:p>
            <a:pPr lvl="1"/>
            <a:r>
              <a:t>Group photo</a:t>
            </a:r>
          </a:p>
          <a:p>
            <a:pPr lvl="1"/>
            <a:r>
              <a:t>Alumni community setup—cross-country network for monthly…</a:t>
            </a:r>
          </a:p>
          <a:p>
            <a:pPr lvl="1"/>
            <a:r>
              <a:t>Introduce 90-day retention plan with monthly…</a:t>
            </a:r>
          </a:p>
          <a:p>
            <a:pPr lvl="1"/>
            <a:r>
              <a:t>Delivery: Final retrieval challenge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Check for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Technique: Think-Pair-Share</a:t>
            </a:r>
          </a:p>
          <a:p>
            <a:r>
              <a:t>Can you demonstrate: Present a complete data analysis to a real audience with confidence in English (LO #7)?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Review key takeaways</a:t>
            </a:r>
          </a:p>
          <a:p>
            <a:pPr/>
            <a:r>
              <a:t>Complete exit ticket</a:t>
            </a:r>
          </a:p>
          <a:p>
            <a:pPr/>
            <a:r>
              <a:t>Preview next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